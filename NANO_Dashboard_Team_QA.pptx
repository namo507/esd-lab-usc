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LAB  ·  UNIVERSITY OF SOUTH CAROLINA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 Dashboard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Q&amp;A  ·  Use cases, data source, REDCap and MATLAB integration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5779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5779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Study  ·  NIH R01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0" y="5779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esd-lab-namo.pages.dev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five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use of the dashboard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envision leadership, coordinators, RAs, and analysts using the live SPA in their weekly workflow.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data source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live site is on synthetic demo inputs today and how to confirm the data_source chip.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REDCap experience and wiring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REDCap pull, push and audit modules already in the repo, ready for the API token.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4114800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MATLAB integration options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51663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clean patterns for the densely sampled signals the team manages in MATLAB.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pane of glass for the whole NANO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vision: the dashboard is where every role lands first. Thirty seconds to see where we stand against the R01 plan and what is blocking the next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62432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+ Co-Investigators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880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ESD Lab Site · 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3291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leadership snapshot. Enrollment vs targets, five KPI cards, public dissemination, recent publications and stories.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912" y="233172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624328"/>
            <a:ext cx="411480" cy="4114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22592" y="2578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Coordinator + RAs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22592" y="2880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· Cohort Table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bar, QC flag cards, queries per event, REDCap audit log, surrogate participant table for the queries call.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572000"/>
            <a:ext cx="411480" cy="4114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526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 O'Reilly + Biostat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8280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ML Performance · Trajectories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52395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step SVG, architecture animation, ROC + CI, SHAP, subgroup sensitivity, trajectory CI bands, intercept and slope tables.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3912" y="4279392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57200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4526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22592" y="48280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Library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52395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indexed PDFs from ESD Lab readings/. Searchable cards, category chips, latest-update stats. No more email threads.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Use cases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dashboard currently shows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67004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56232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 target 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1691640"/>
            <a:ext cx="267004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69164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856232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19856" y="25603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enrolled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91072" y="1691640"/>
            <a:ext cx="267004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69164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856232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80.8%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91072" y="25603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 target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62288" y="1691640"/>
            <a:ext cx="267004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169164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856232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162288" y="256032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on one page</a:t>
            </a:r>
            <a:endParaRPr lang="en-US" sz="1100" dirty="0"/>
          </a:p>
        </p:txBody>
      </p:sp>
      <p:pic>
        <p:nvPicPr>
          <p:cNvPr id="21" name="Image 0" descr="/sessions/determined-great-ritchie/mnt/outputs/assets/chart_enroll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11091672" cy="3017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Snapshot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 enrollment, our weekly leadership panel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/sessions/determined-great-ritchie/mnt/outputs/assets/chart_cumul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3152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691640"/>
            <a:ext cx="350215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0" y="1691640"/>
            <a:ext cx="73152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9202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PANEL ANSWERS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228600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on pace against the R01 plan?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is dragging the cohort?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recent recruiting changes move the curve?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shift outreach toward ASIB or TD?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12480" y="52120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 powers the leadership weekly and the IRB progress report.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Enrollment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Yes, the live site is on synthetic demo data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PAYLOAD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dashboard/data/dashboard_data.json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4937760" cy="1325880"/>
          </a:xfrm>
          <a:prstGeom prst="rect">
            <a:avLst/>
          </a:prstGeom>
          <a:solidFill>
            <a:srgbClr val="F1ECE3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"meta":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"generated_at": "2026-05-18T22:00:45",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"data_source": "repo_demo_inputs",   ← synthetic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"study": { "name": "NANO Study", "n_target": 260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right now: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falls back to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generate_synthetic_dashboard_data.py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whenever the USC secure mount is unavailable, so the UI and the readings library still render cleanly while we are in the demo phase.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schema, both paths.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we point at live REDCap, the dashboard swaps source without any UI change.</a:t>
            </a:r>
            <a:endParaRPr lang="en-US" sz="1100" dirty="0"/>
          </a:p>
        </p:txBody>
      </p:sp>
      <p:pic>
        <p:nvPicPr>
          <p:cNvPr id="13" name="Image 0" descr="/sessions/determined-great-ritchie/mnt/outputs/assets/chart_missing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91640"/>
            <a:ext cx="5376672" cy="4572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Q2a · Data source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Yes, I have worked with REDCap. Pipeline is in the repo.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your team issues the API token, this is a single config flip from synthetic to live.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redcap_pull.py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PyCap · paginated longitudinal export · event filter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1488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redcap_push.py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 import back into REDCap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488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redcap_audit.py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diff and change-log capture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2148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214884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350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redcap_r_pull.R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2743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sibling using REDCapR for the R analysts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JS HOOKS ALREADY DEPLOYED  ·  redcap/hooks/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2697480" cy="640080"/>
          </a:xfrm>
          <a:prstGeom prst="rect">
            <a:avLst/>
          </a:prstGeom>
          <a:solidFill>
            <a:srgbClr val="F1ECE3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auto_complete_dob.js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4114800"/>
            <a:ext cx="2697480" cy="640080"/>
          </a:xfrm>
          <a:prstGeom prst="rect">
            <a:avLst/>
          </a:prstGeom>
          <a:solidFill>
            <a:srgbClr val="F1ECE3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flag_missing_ecg.js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114800"/>
            <a:ext cx="2697480" cy="640080"/>
          </a:xfrm>
          <a:prstGeom prst="rect">
            <a:avLst/>
          </a:prstGeom>
          <a:solidFill>
            <a:srgbClr val="F1ECE3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participant_id_validator.js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4114800"/>
            <a:ext cx="2697480" cy="640080"/>
          </a:xfrm>
          <a:prstGeom prst="rect">
            <a:avLst/>
          </a:prstGeom>
          <a:solidFill>
            <a:srgbClr val="F1ECE3"/>
          </a:solidFill>
          <a:ln w="6350">
            <a:solidFill>
              <a:srgbClr val="D6CF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visit_completion_checker.js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91672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CRON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scripts/redcap_daily_sync.py  →  build_dashboard_data.py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REDCAP_API_TOKEN and NANO_DATA_ROOT in .env. The data_source chip flips from synthetic_demo to redcap_live on the next run.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Q2b · REDCap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clean ways to wire MATLAB 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/sessions/determined-great-ritchie/mnt/outputs/assets/diagram_mat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91672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Q2c · MATLAB options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2C · RECOMMENDED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MATLAB as an upstream producer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/sessions/determined-great-ritchie/mnt/outputs/assets/diagram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68096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554480"/>
            <a:ext cx="32918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54480"/>
            <a:ext cx="73152" cy="4114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205740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native in MATLAB R2022a+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glue code on the MATLAB side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merge key: NANO-#### + event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stays language-agnostic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secure mount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layer Engine API later if a click needs real-time MATLAB output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852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MATLAB:  parquetwrite('/secure/data/interim/matlab/hrv_dense.parquet', T)    ·    Python merge picks it up on next make dashboard-refresh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Q2c · Option A · Recommended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ML Performance looks like on live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/sessions/determined-great-ritchie/mnt/outputs/assets/chart_au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3152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691640"/>
            <a:ext cx="350215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0" y="1691640"/>
            <a:ext cx="73152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92024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PANEL ANSWERS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228600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our models any good?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CIs tight enough?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wins for which outcome?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SHAP placing the weight?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12480" y="52120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values shown. Will refresh nightly from models/_metrics.json.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ML preview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unlocks live data and MATLAB merge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2128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2128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REDCap API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issues the token. I drop it into .env as REDCAP_API_TOKEN. Set NANO_DATA_ROOT to the secure mount.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691640"/>
            <a:ext cx="22128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691640"/>
            <a:ext cx="22128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20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63240" y="24688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+ first live 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9260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redcap/api/redcap_pull.py --dry-run, then make dashboard-refresh. Watch the data_source chip flip.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691640"/>
            <a:ext cx="22128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691640"/>
            <a:ext cx="22128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920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94960" y="24688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handoff folder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9260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data/interim/matlab/ as the output folder. Parquet preferred. CSV acceptable.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1691640"/>
            <a:ext cx="22128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1691640"/>
            <a:ext cx="22128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920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726680" y="24688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cron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26680" y="29260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scripts/redcap_daily_sync.py. Dashboard refreshes overnight without manual touch.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75520" y="1691640"/>
            <a:ext cx="22128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1691640"/>
            <a:ext cx="22128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1920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058400" y="24688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MATLAB outputs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0" y="29260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carry visit event key + NANO-#### surrogate so the three-stream merge stays clean.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11091672" cy="2103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4617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is the operational pane of glass for every role on the team.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 synthetic demo data. data_source: repo_demo_inputs.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REDCap pull, push, audit, hooks and cron are already in the repo. Need the API token.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MATLAB: write Parquet to data/interim/matlab/. Merge step picks it up automatically.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91672" cy="9144"/>
          </a:xfrm>
          <a:prstGeom prst="rect">
            <a:avLst/>
          </a:prstGeom>
          <a:solidFill>
            <a:srgbClr val="D6CFC2"/>
          </a:solidFill>
          <a:ln w="12700">
            <a:solidFill>
              <a:srgbClr val="D6CF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105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Dashboard  ·  Team Q&amp;A  ·  May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6510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opinions, edge cases welcome.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https://esd-lab-namo.pages.dev/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https://esd-lab-namo.pages.dev/overview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13816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github.com/namo507/ESD-Lab-USC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Namit  ·  ESD Lab  ·  20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ESD Lab · 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 Dashboard - Team Q&amp;A</dc:title>
  <dc:subject>PptxGenJS Presentation</dc:subject>
  <dc:creator>Namit</dc:creator>
  <cp:lastModifiedBy>Namit</cp:lastModifiedBy>
  <cp:revision>1</cp:revision>
  <dcterms:created xsi:type="dcterms:W3CDTF">2026-05-20T17:08:38Z</dcterms:created>
  <dcterms:modified xsi:type="dcterms:W3CDTF">2026-05-20T17:08:38Z</dcterms:modified>
</cp:coreProperties>
</file>